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الديك ده مبني من الكود الفعلي في lib/core مش من الـ 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ممنوع يعمل import لـ feature تانية. اللي مشترك بينهم بيروح core.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EdgeInsetsDirectional مش EdgeInsets — التطبيق فيه language switch يعني RTL جاي.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MovieCard و RatingBadge و AppBottomNavBar لسه متبنيوش —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Movies App · Route C19 · Group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الـ Core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402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حاجة جوه lib/core — وإزاي تستخدمها من غير ما تعدّل فيها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2491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ScreenUtil · GoRouter · Colors · TextStyles · Widgets · Assets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1999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6BD00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1999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051999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#F6BD00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351215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121312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51215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351215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#121312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50431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282A28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50431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650431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#282A28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49647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49647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textPrimary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949647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8863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E82626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248863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248863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#E82626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48079" y="3703320"/>
            <a:ext cx="1572768" cy="1051560"/>
          </a:xfrm>
          <a:prstGeom prst="roundRect">
            <a:avLst>
              <a:gd name="adj" fmla="val 8696"/>
            </a:avLst>
          </a:prstGeom>
          <a:solidFill>
            <a:srgbClr val="57AA53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48079" y="4828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548079" y="506577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#57AA53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8932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UI only · مرجع للفريق قبل ما تبدأ أي شاشة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اللي جوه lib/core؟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خمس فولدرات — ملكية Team Lead، انت بتستخدمها بس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37558" y="1508760"/>
            <a:ext cx="2087209" cy="2697480"/>
          </a:xfrm>
          <a:prstGeom prst="roundRect">
            <a:avLst>
              <a:gd name="adj" fmla="val 4381"/>
            </a:avLst>
          </a:prstGeom>
          <a:solidFill>
            <a:srgbClr val="282A28"/>
          </a:solidFill>
          <a:ln/>
        </p:spPr>
      </p:sp>
      <p:sp>
        <p:nvSpPr>
          <p:cNvPr id="7" name="Shape 5"/>
          <p:cNvSpPr/>
          <p:nvPr/>
        </p:nvSpPr>
        <p:spPr>
          <a:xfrm>
            <a:off x="10289743" y="1719072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6BD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9743" y="17190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theme/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9738726" y="2267712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app_colors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app_text_styles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app_spacing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app_radius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app_theme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9720438" y="3310128"/>
            <a:ext cx="17214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الألوان والخطوط والمسافات والـ ThemeData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294900" y="1508760"/>
            <a:ext cx="2087209" cy="2697480"/>
          </a:xfrm>
          <a:prstGeom prst="roundRect">
            <a:avLst>
              <a:gd name="adj" fmla="val 4381"/>
            </a:avLst>
          </a:prstGeom>
          <a:solidFill>
            <a:srgbClr val="282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7086" y="1719072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6BD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7086" y="17190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constants/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6068" y="2267712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app_assets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477780" y="3310128"/>
            <a:ext cx="17214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مسار صورة أو أيقونة في التطبيق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52243" y="1508760"/>
            <a:ext cx="2087209" cy="2697480"/>
          </a:xfrm>
          <a:prstGeom prst="roundRect">
            <a:avLst>
              <a:gd name="adj" fmla="val 4381"/>
            </a:avLst>
          </a:prstGeom>
          <a:solidFill>
            <a:srgbClr val="282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4428" y="1719072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6B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04428" y="17190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routing/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253411" y="2267712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app_routes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app_router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235123" y="3310128"/>
            <a:ext cx="17214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أسماء الـ routes وإعداد GoRouter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09585" y="1508760"/>
            <a:ext cx="2087209" cy="2697480"/>
          </a:xfrm>
          <a:prstGeom prst="roundRect">
            <a:avLst>
              <a:gd name="adj" fmla="val 4381"/>
            </a:avLst>
          </a:prstGeom>
          <a:solidFill>
            <a:srgbClr val="282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1771" y="1719072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6BD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61771" y="17190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localization/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010753" y="2267712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arb/  (en · ar)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gen/  (generated)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l10n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locale_cubit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992465" y="3310128"/>
            <a:ext cx="17214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النصوص بالعربي والإنجليزي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1508760"/>
            <a:ext cx="2087209" cy="2697480"/>
          </a:xfrm>
          <a:prstGeom prst="roundRect">
            <a:avLst>
              <a:gd name="adj" fmla="val 4381"/>
            </a:avLst>
          </a:prstGeom>
          <a:solidFill>
            <a:srgbClr val="282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1319113" y="1719072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F6BD0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19113" y="171907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widgets/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68096" y="2267712"/>
            <a:ext cx="172144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app_button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app_text_field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app_app_bar</a:t>
            </a:r>
            <a:endParaRPr lang="en-US" sz="9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language_switch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3310128"/>
            <a:ext cx="17214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widgets المشتركة بين الشاشات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4480560"/>
            <a:ext cx="11057839" cy="1005840"/>
          </a:xfrm>
          <a:prstGeom prst="roundRect">
            <a:avLst>
              <a:gd name="adj" fmla="val 7273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599432"/>
            <a:ext cx="1069207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القاعدة: محدش يعدّل في lib/core غير الـ Team Lead. محتاج لون جديد أو widget جديد أو asset؟ اطلبه في الـ Group، هيتعمل ويتـ merge على development، وانت تعمل pull وتستخدمه.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الذهبية: صفر قيم Hardcoded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 رقم أو لون بتكتبه بإيدك في features/ = رفض في الـ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09509" y="155448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282A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38109" y="1700784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338109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Color(0xFF...)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338109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AppColors أو context.colorScheme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8218" y="155448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282A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1700784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TextStyle(...)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context.textTheme أو AppTextStyles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1554480"/>
            <a:ext cx="3515258" cy="2606040"/>
          </a:xfrm>
          <a:prstGeom prst="roundRect">
            <a:avLst>
              <a:gd name="adj" fmla="val 3509"/>
            </a:avLst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1700784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6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2761488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· 24 · 56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32461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AppSpacing و AppSizes و AppRadius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4315968"/>
            <a:ext cx="11057839" cy="1920240"/>
          </a:xfrm>
          <a:prstGeom prst="roundRect">
            <a:avLst>
              <a:gd name="adj" fmla="val 3810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3232" y="4434840"/>
            <a:ext cx="10765231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Container(padding: EdgeInsets.all(16), color: Color(0xFFF6BD00));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7A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RIGHT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EdgeInsetsDirectional.all(AppSpacing.md),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AppColors.primary,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flutter_screenutil — الوحدات الأربعة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designSize بتاعنا 430×932 (iPhone 16 Pro Max) ومتظبط مرة واحدة في main.dart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532120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70425" y="1572768"/>
            <a:ext cx="12188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3874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بتستخدمها في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70425" y="1906524"/>
            <a:ext cx="12188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.w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06524"/>
            <a:ext cx="3874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العرض والمسافات الأفقية — width, horizontal padding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770425" y="2240280"/>
            <a:ext cx="12188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40280"/>
            <a:ext cx="3874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الارتفاع والمسافات الرأسية — height, vertical padding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574036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70425" y="2574036"/>
            <a:ext cx="12188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574036"/>
            <a:ext cx="3874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radius وأي حاجة مربعة (أيقونة، أفاتار)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70425" y="2907792"/>
            <a:ext cx="121889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07792"/>
            <a:ext cx="387431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أحجام الخطوط بس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1572768"/>
            <a:ext cx="5178247" cy="1920240"/>
          </a:xfrm>
          <a:prstGeom prst="roundRect">
            <a:avLst>
              <a:gd name="adj" fmla="val 3810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92824" y="1691640"/>
            <a:ext cx="4885639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main.dart  (already wired)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ScreenUtilInit(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designSize: const Size(430, 932),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minTextAdapt: true,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splitScreenMode: true,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(_, _) =&gt; MaterialApp.router(...),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352044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639312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نقطة: AppSpacing و AppSizes و AppRadius مطبّقين ScreenUtil جواهم أصلاً. يعني AppSpacing.md هي 16.w خلاص — لو كتبت AppSpacing.md.w هتضرب الرقم مرتين وتكسر الشاشة على التابلت.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617720"/>
            <a:ext cx="11057839" cy="1417320"/>
          </a:xfrm>
          <a:prstGeom prst="roundRect">
            <a:avLst>
              <a:gd name="adj" fmla="val 5161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4736592"/>
            <a:ext cx="10765231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7A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SizedBox(height: AppSpacing.lg);      // RIGHT  -&gt;  20.w already applied inside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SizedBox(height: AppSpacing.lg.w);    // WRONG  -&gt;  scaled twice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SizedBox(height: 32.h);               // value not in the scale? ask for it in AppSpacing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AppSpacing و AppSizes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 الحقيقية الموجودة في lib/core/theme/app_spacing.dart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46520" y="1481328"/>
            <a:ext cx="51782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المسافات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178247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23982" y="1828800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AppSpacing.xs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556248" y="1828800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523982" y="2162556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AppSpacing.sm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556248" y="2162556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2496312"/>
            <a:ext cx="5178247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23982" y="2496312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AppSpacing.md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2496312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523982" y="2830068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AppSpacing.lg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56248" y="2830068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3163824"/>
            <a:ext cx="5178247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23982" y="3163824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AppSpacing.xl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3163824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523982" y="3497580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AppSpacing.screenPadding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3497580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padding الشاشة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831336"/>
            <a:ext cx="5178247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23982" y="3831336"/>
            <a:ext cx="299105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AppSpacing.gridSpacing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556248" y="3831336"/>
            <a:ext cx="174827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— بين كروت الـ grid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148132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المقاسات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66928" y="1828800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2778862" y="1828800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AppSizes.buttonHeight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1828800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2778862" y="2162556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AppSizes.fieldHeight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76656" y="2162556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2496312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78862" y="2496312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AppSizes.navBarHeight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" y="2496312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778862" y="2830068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AppSizes.chipHeight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2830068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3163824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78862" y="3163824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AppSizes.avatar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76656" y="3163824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778862" y="3497580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AppSizes.icon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76656" y="3497580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3831336"/>
            <a:ext cx="553212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778862" y="3831336"/>
            <a:ext cx="32104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AppSizes.iconSmall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76656" y="3831336"/>
            <a:ext cx="188275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66928" y="434340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49808" y="4462272"/>
            <a:ext cx="1069207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رقم برّه الـ scale ده. لو الفيجما طالبة قيمة مش موجودة، متخترعهاش في الشاشة — اطلب من الـ Team Lead يضيفها في app_spacing.dart.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66928" y="525780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3232" y="5376672"/>
            <a:ext cx="10765231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Padding(padding: EdgeInsetsDirectional.all(AppSpacing.screenPadding),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SizedBox(height: AppSizes.buttonHeight, child: ...));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AppRadius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درجات بس — ورابعة للـ bottom sheets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11057839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38300" y="1600200"/>
            <a:ext cx="287673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التوكن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600200"/>
            <a:ext cx="77421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والاستخدام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38300" y="1933956"/>
            <a:ext cx="287673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AppRadius.small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33956"/>
            <a:ext cx="77421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genre chip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38300" y="2267712"/>
            <a:ext cx="287673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AppRadius.medium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67712"/>
            <a:ext cx="77421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— الأزرار، الـ text fields، الكروت، الـ nav bar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601468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38300" y="2601468"/>
            <a:ext cx="287673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AppRadius.large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601468"/>
            <a:ext cx="77421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— كارت الـ home المميز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38300" y="2935224"/>
            <a:ext cx="287673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AppRadius.topMedium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35224"/>
            <a:ext cx="774218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من فوق بس — الـ bottom sheet (directional، آمن في RTL)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6720840" cy="1481328"/>
          </a:xfrm>
          <a:prstGeom prst="roundRect">
            <a:avLst>
              <a:gd name="adj" fmla="val 4938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538728"/>
            <a:ext cx="642823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DecoratedBox(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decoration: BoxDecoration(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AppColors.surface,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borderRadius: AppRadius.medium,   // not BorderRadius.circular(16)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06640" y="3419856"/>
            <a:ext cx="4218127" cy="1481328"/>
          </a:xfrm>
          <a:prstGeom prst="roundRect">
            <a:avLst>
              <a:gd name="adj" fmla="val 6173"/>
            </a:avLst>
          </a:prstGeom>
          <a:solidFill>
            <a:srgbClr val="282A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3529584"/>
            <a:ext cx="3852367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AppRadius بيرجّع BorderRadius جاهز — مش رقم. يعني بتحطه على طول في borderRadius من غير ما تعمل BorderRadius.circular بنفسك.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5120640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239512"/>
            <a:ext cx="1069207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الديزاين مسطّح: elevation صفر في كل حاجة، ومفيش shadows. متضيفش Material elevation من عندك.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AppColors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الأسماء دي بالظبط زي ما هي في app_colors.dart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85125" y="157276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7" name="Shape 5"/>
          <p:cNvSpPr/>
          <p:nvPr/>
        </p:nvSpPr>
        <p:spPr>
          <a:xfrm>
            <a:off x="10756087" y="171907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F6BD00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49717" y="173736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49717" y="199339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#F6BD00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49717" y="228600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الأزرار الأساسية، اللينكات، الأيقونة النشطة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6026" y="157276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6996989" y="171907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121312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90618" y="173736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primaryText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490618" y="199339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#121312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490618" y="228600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 فوق اللون الأصفر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157276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3237890" y="171907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121312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173736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199339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#121312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28600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خلفية كل شاشة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85125" y="299008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56087" y="313639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282A28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49717" y="315468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surface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249717" y="341071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#282A28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249717" y="370332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text fields، الـ nav bar، الكروت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26026" y="299008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996989" y="313639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90618" y="315468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textPrimary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490618" y="341071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#FFFFFF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490618" y="370332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النصوص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299008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32" name="Shape 30"/>
          <p:cNvSpPr/>
          <p:nvPr/>
        </p:nvSpPr>
        <p:spPr>
          <a:xfrm>
            <a:off x="3237890" y="313639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15468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textSecondary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341071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#B3FFFFFF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370332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 الثانوي (أبيض 70%)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85125" y="440740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56087" y="455371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E82626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49717" y="457200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8249717" y="482803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#E82626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249717" y="512064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· Exit · Delete Account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326026" y="440740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42" name="Shape 40"/>
          <p:cNvSpPr/>
          <p:nvPr/>
        </p:nvSpPr>
        <p:spPr>
          <a:xfrm>
            <a:off x="6996989" y="455371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57AA53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490618" y="457200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490618" y="482803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#57AA53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4490618" y="512064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محجوز — مش مستخدم لسه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4407408"/>
            <a:ext cx="3539642" cy="1234440"/>
          </a:xfrm>
          <a:prstGeom prst="roundRect">
            <a:avLst>
              <a:gd name="adj" fmla="val 7407"/>
            </a:avLst>
          </a:prstGeom>
          <a:solidFill>
            <a:srgbClr val="282A28"/>
          </a:solidFill>
          <a:ln/>
        </p:spPr>
      </p:sp>
      <p:sp>
        <p:nvSpPr>
          <p:cNvPr id="47" name="Shape 45"/>
          <p:cNvSpPr/>
          <p:nvPr/>
        </p:nvSpPr>
        <p:spPr>
          <a:xfrm>
            <a:off x="3237890" y="4553712"/>
            <a:ext cx="694944" cy="457200"/>
          </a:xfrm>
          <a:prstGeom prst="roundRect">
            <a:avLst>
              <a:gd name="adj" fmla="val 14000"/>
            </a:avLst>
          </a:prstGeom>
          <a:solidFill>
            <a:srgbClr val="121312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4572000"/>
            <a:ext cx="23966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posterOverlay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731520" y="4828032"/>
            <a:ext cx="23966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#99121312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731520" y="5120640"/>
            <a:ext cx="32104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التدرّج فوق البوسترات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66928" y="5806440"/>
            <a:ext cx="11057839" cy="658368"/>
          </a:xfrm>
          <a:prstGeom prst="roundRect">
            <a:avLst>
              <a:gd name="adj" fmla="val 11111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49808" y="5925312"/>
            <a:ext cx="106920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خد بالك: primaryText هو اللون الغامق اللي بيتكتب فوق الأصفر · textPrimary هو الأبيض. الاتنين اسمهم قريب والغلطة دي بتعدي في الـ review.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AppTextStyles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عشر styles بس — مفيش TextStyle بيتكتب بالإيد في features/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6172200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73752" y="1572768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style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الحجم والاستخدام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61722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3752" y="1906524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displayLarge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06524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· w500 — عنوان OnBoarding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873752" y="2240280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displayMedium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40280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· w700 — أرقام الـ Profile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74036"/>
            <a:ext cx="61722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73752" y="2574036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headlineSmall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574036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w700 — اسم الفيلم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873752" y="2907792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titleLarge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07792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· w700 — عناوين الأقسام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41548"/>
            <a:ext cx="61722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73752" y="3241548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titleMedium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3241548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w700 — السنة، الـ genre chip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873752" y="3575304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titleSmall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3575304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w400 — نص الأزرار والتابات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909060"/>
            <a:ext cx="61722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73752" y="3909060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labelLarge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3909060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w600 — زرار OnBoarding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873752" y="4242816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bodyLarge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" y="4242816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w400 — نص OnBoarding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4576572"/>
            <a:ext cx="61722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73752" y="4576572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bodyMedium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76656" y="4576572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w400 — الـ hint، See More، الملخص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4873752" y="4910328"/>
            <a:ext cx="175564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bodySmall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" y="4910328"/>
            <a:ext cx="397764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w400 — اللينكات الصغيرة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903720" y="1572768"/>
            <a:ext cx="4721047" cy="2633472"/>
          </a:xfrm>
          <a:prstGeom prst="roundRect">
            <a:avLst>
              <a:gd name="adj" fmla="val 2778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50024" y="1691640"/>
            <a:ext cx="4428439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right way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style: context.textTheme.titleLarge,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maxLines: 2,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overflow: TextOverflow.ellipsis,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same style, different color?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context.textTheme.bodyMedium?.copyWith(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AppColors.primary,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03720" y="4334256"/>
            <a:ext cx="4721047" cy="960120"/>
          </a:xfrm>
          <a:prstGeom prst="roundRect">
            <a:avLst>
              <a:gd name="adj" fmla="val 7619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086600" y="4453128"/>
            <a:ext cx="4355287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نص لازم يكون معاه maxLines و TextOverflow.ellipsis. اسم فيلم طويل المفروض ميكسرش الكارت أبداً.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903720" y="5413248"/>
            <a:ext cx="4721047" cy="868680"/>
          </a:xfrm>
          <a:prstGeom prst="roundRect">
            <a:avLst>
              <a:gd name="adj" fmla="val 8421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086600" y="5532120"/>
            <a:ext cx="4355287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 دلوقتي Roboto في كل الـ styles. Inter متسجّل في pubspec بس لسه مش متوصّل — متكتبوش fontFamily بإيدكم.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Theme شغال لوحده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AppTheme.dark متوصّل في main.dart — الـ widgets الأساسية بتطلع مظبوطة من غير أي styling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97317" y="1554480"/>
            <a:ext cx="3527450" cy="1353312"/>
          </a:xfrm>
          <a:prstGeom prst="roundRect">
            <a:avLst>
              <a:gd name="adj" fmla="val 6757"/>
            </a:avLst>
          </a:prstGeom>
          <a:solidFill>
            <a:srgbClr val="282A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98485" y="1737360"/>
            <a:ext cx="3125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ElevatedButton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98485" y="2103120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لونه أصفر، ارتفاعه 56، radius 16، elevation صفر — كله جاي من الـ theme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2122" y="1554480"/>
            <a:ext cx="3527450" cy="1353312"/>
          </a:xfrm>
          <a:prstGeom prst="roundRect">
            <a:avLst>
              <a:gd name="adj" fmla="val 6757"/>
            </a:avLst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33290" y="1737360"/>
            <a:ext cx="3125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TextField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33290" y="2103120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خلفيته surface بدون border، والـ focus أصفر والـ error أحمر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1554480"/>
            <a:ext cx="3527450" cy="1353312"/>
          </a:xfrm>
          <a:prstGeom prst="roundRect">
            <a:avLst>
              <a:gd name="adj" fmla="val 6757"/>
            </a:avLst>
          </a:prstGeom>
          <a:solidFill>
            <a:srgbClr val="282A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68096" y="1737360"/>
            <a:ext cx="31251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AppBar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103120"/>
            <a:ext cx="312511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خلفيته background بدون elevation، والعنوان في النص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10896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extension اللي هتستخدمه في كل شاشة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3493008"/>
            <a:ext cx="11057839" cy="1325880"/>
          </a:xfrm>
          <a:prstGeom prst="roundRect">
            <a:avLst>
              <a:gd name="adj" fmla="val 5517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611880"/>
            <a:ext cx="10765231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'package:movies_app/core/theme/app_theme.dart';   // the extension lives here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context.theme        // ThemeData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context.colorScheme  // colorScheme.primary, .surface, .error ...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context.textTheme    // textTheme.titleLarge, .bodyMedium ...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983480"/>
            <a:ext cx="11057839" cy="914400"/>
          </a:xfrm>
          <a:prstGeom prst="roundRect">
            <a:avLst>
              <a:gd name="adj" fmla="val 8000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" y="5102352"/>
            <a:ext cx="1069207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context.colorScheme و context.textTheme في كود الشاشات. AppColors و AppTextStyles على طول بتستخدمهم بس لما تكون برّه الـ widget tree أو محتاج توكن مش موجود في الـ ColorScheme زي posterOverlay.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GoRouter — إزاي تتنقل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router متظبط في app_router.dart ومتوصّل بـ MaterialApp.router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74830" y="1572768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الميثود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بتعمل إيه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74830" y="1906524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context.goNamed(AppRoutes.xName)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06524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يروح للشاشة ويمسح اللي قبلها — للـ Splash → OnBoarding → Login → Home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74830" y="2240280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context.pushNamed(AppRoutes.xName)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40280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شاشة فوق اللي قبلها — الـ Back بيرجّعك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574036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74830" y="2574036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context.pop()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574036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يرجع خطوة لورا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74830" y="2907792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context.canPop()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07792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يشوف هل فيه حاجة يرجعلها قبل ما تعمل pop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291840"/>
            <a:ext cx="6675120" cy="1783080"/>
          </a:xfrm>
          <a:prstGeom prst="roundRect">
            <a:avLst>
              <a:gd name="adj" fmla="val 4103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410712"/>
            <a:ext cx="63825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'package:go_router/go_router.dart';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AppButton(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'Login',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context.goNamed(AppRoutes.loginName),</a:t>
            </a:r>
            <a:endParaRPr lang="en-US" sz="11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9480" y="3291840"/>
            <a:ext cx="4355287" cy="1783080"/>
          </a:xfrm>
          <a:prstGeom prst="roundRect">
            <a:avLst>
              <a:gd name="adj" fmla="val 4103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3410712"/>
            <a:ext cx="3989527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متكتبش string خام زي "/login" في أي widget. الأسماء كلها في AppRoutes، وده اللي بيخلّي أي غلطة في المسار compile error مش شاشة بيضا.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5303520"/>
            <a:ext cx="11057839" cy="822960"/>
          </a:xfrm>
          <a:prstGeom prst="roundRect">
            <a:avLst>
              <a:gd name="adj" fmla="val 8889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422392"/>
            <a:ext cx="1069207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اختبر الـ Back مرتين: الزرار اللي في الشاشة، وزرار الـ back بتاع أندرويد. أي route جديد لازم الاتنين يشتغلوا صح.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GoRouter — إزاي تضيف شاشة جديدة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routing/ جزء من core — يعني الخطوات دي بيعملها الـ Team Lead، انت بتطلبها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282A28"/>
          </a:solidFill>
          <a:ln/>
        </p:spPr>
      </p:sp>
      <p:sp>
        <p:nvSpPr>
          <p:cNvPr id="7" name="Shape 5"/>
          <p:cNvSpPr/>
          <p:nvPr/>
        </p:nvSpPr>
        <p:spPr>
          <a:xfrm>
            <a:off x="10966399" y="1682496"/>
            <a:ext cx="457200" cy="45720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66399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627632"/>
            <a:ext cx="10051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اطلب الـ route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938528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قول اسم الشاشة والـ path اللي محتاجه في الـ Group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282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66399" y="2542032"/>
            <a:ext cx="457200" cy="45720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66399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487168"/>
            <a:ext cx="10051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بيتضاف في AppRoutes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2798064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اسم و path كـ static const — مفيش أي بناء شاشة هنا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282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966399" y="3401568"/>
            <a:ext cx="457200" cy="45720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66399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346704"/>
            <a:ext cx="10051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بيتضاف في AppRouter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3657600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GoRoute جديدة جوه routes: بتـ build الشاشة بتاعتك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4114800"/>
            <a:ext cx="11057839" cy="749808"/>
          </a:xfrm>
          <a:prstGeom prst="roundRect">
            <a:avLst>
              <a:gd name="adj" fmla="val 12195"/>
            </a:avLst>
          </a:prstGeom>
          <a:solidFill>
            <a:srgbClr val="282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66399" y="4261104"/>
            <a:ext cx="457200" cy="45720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966399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3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4206240"/>
            <a:ext cx="10051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اعمل pull واستخدمه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4517136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context.goNamed(AppRoutes.yourScreenName)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065776"/>
            <a:ext cx="11057839" cy="1481328"/>
          </a:xfrm>
          <a:prstGeom prst="roundRect">
            <a:avLst>
              <a:gd name="adj" fmla="val 4938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5184648"/>
            <a:ext cx="10765231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app_routes.dart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const String loginName = 'login';   static const String loginPath = '/login';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app_router.dart  →  routes: [ ... ]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GoRoute(name: AppRoutes.loginName, path: AppRoutes.loginPath,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builder: (_, _) =&gt; const LoginScreen()),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Shared Widgets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الموجود دلوقتي في core/widgets — متعملش نسخة منهم جوه الـ feature بتاعتك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282A2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00784"/>
            <a:ext cx="10600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AppButton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029968"/>
            <a:ext cx="10600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زرار بعرض كامل وارتفاع 56 · variant: primary أو danger · بيتعامل مع isLoading و isEnabled لوحده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542032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AppButton(label: 'Login', onPressed: _submit, variant: AppButtonVariant.primary, isLoading: state.isLoading);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090672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282A2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95528" y="3236976"/>
            <a:ext cx="10600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AppTextField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3566160"/>
            <a:ext cx="10600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حقل إدخال بارتفاع 56 · prefixIcon اختياري · isPassword بيضيف عين الإظهار لوحده · بياخد controller و validator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95528" y="4078224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AppTextField(hint: 'Password', controller: _passwordCtrl, prefixIcon: Icons.lock_outline, isPassword: true);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626864"/>
            <a:ext cx="11057839" cy="1417320"/>
          </a:xfrm>
          <a:prstGeom prst="roundRect">
            <a:avLst>
              <a:gd name="adj" fmla="val 6452"/>
            </a:avLst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5528" y="4773168"/>
            <a:ext cx="106006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AppAppBar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102352"/>
            <a:ext cx="10600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AppBar بسهم أصفر وعنوان في النص · بيعمل pop لوحده لو مبعتّش onBack · بيـ implement PreferredSizeWidget يعني بيتحط في appBar على طول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5614416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Scaffold(appBar: const AppAppBar(title: 'Reset Password'), body: ...);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AppAssets — الصور والأيقونات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ممنوع تكتب "assets/..." كـ string في أي شاشة. المسارات كلها في app_assets.dart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6629400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6532" y="1572768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التوكن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إيه هو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66294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56532" y="1906524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AppAssets.appLogo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06524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لوجو التطبيق (png)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56532" y="2240280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AppAssets.routeLogo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40280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لوجو Route (png)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574036"/>
            <a:ext cx="66294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256532" y="2574036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AppAssets.forgotPassword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574036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رسمة شاشة Forget Password (png)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256532" y="2907792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AppAssets.avatars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07792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فيها 9 أفاتار (png)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241548"/>
            <a:ext cx="66294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6532" y="3241548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AppAssets.onboardingCollages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76656" y="3241548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فيها 6 صور OnBoarding (jpg)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256532" y="3575304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AppAssets.googleIcon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3575304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أيقونة Google (svg)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909060"/>
            <a:ext cx="6629400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256532" y="3909060"/>
            <a:ext cx="28300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AppAssets.emailIcon · personIcon · phoneIcon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3909060"/>
            <a:ext cx="33604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أيقونات الحقول (svg)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60920" y="1572768"/>
            <a:ext cx="4263847" cy="2331720"/>
          </a:xfrm>
          <a:prstGeom prst="roundRect">
            <a:avLst>
              <a:gd name="adj" fmla="val 3137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07224" y="1691640"/>
            <a:ext cx="3971239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raster image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Image.asset(AppAssets.appLogo)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SVG icon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FA1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'package:flutter_svg/flutter_svg.dart';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SvgPicture.asset(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AppAssets.googleIcon,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AppSizes.icon,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colorFilter: const ColorFilter.mode(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AppColors.primary, BlendMode.srcIn),</a:t>
            </a:r>
            <a:endParaRPr lang="en-US" sz="10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360920" y="4407408"/>
            <a:ext cx="4263847" cy="1097280"/>
          </a:xfrm>
          <a:prstGeom prst="roundRect">
            <a:avLst>
              <a:gd name="adj" fmla="val 6667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43800" y="4526280"/>
            <a:ext cx="3898087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الصور الجاية من الإنترنت (البوسترات) بتتعرض بـ cached_network_image مش Image.network أبداً.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4407408"/>
            <a:ext cx="6629400" cy="1097280"/>
          </a:xfrm>
          <a:prstGeom prst="roundRect">
            <a:avLst>
              <a:gd name="adj" fmla="val 6667"/>
            </a:avLst>
          </a:prstGeom>
          <a:solidFill>
            <a:srgbClr val="282A28"/>
          </a:solidFill>
          <a:ln w="19050">
            <a:solidFill>
              <a:srgbClr val="E8262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4526280"/>
            <a:ext cx="6263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محتاج أيقونة أو صورة مش موجودة؟ متحطهاش في assets بنفسك. ابعتها للـ Team Lead — هو اللي بيضيفها ويسجّلها في AppAssets، وانت تعمل pull.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المسار غلط = compile error، مش مربع فاضي في الشاشة. ده كل السبب اللي عشانه AppAssets موجودة.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الترجمة — l10n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نص بيشوفه المستخدم بيتقرا من context.l10n — مفيش نص ثابت في أي widget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33756"/>
          </a:xfrm>
          <a:prstGeom prst="rect">
            <a:avLst/>
          </a:prstGeom>
          <a:solidFill>
            <a:srgbClr val="F6BD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74830" y="1572768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الاستخدام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بيعمل إيه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06524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74830" y="1906524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context.l10n.login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1906524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 حسب لغة التطبيق الحالية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974830" y="2240280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context.l10n.moviesFound(n)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" y="2240280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 بيتغيّر مع الرقم — صيغة الجمع متظبطة لكل لغة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574036"/>
            <a:ext cx="11057839" cy="333756"/>
          </a:xfrm>
          <a:prstGeom prst="rect">
            <a:avLst/>
          </a:prstGeom>
          <a:solidFill>
            <a:srgbClr val="282A2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974830" y="2574036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LanguageSwitch(...)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574036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الـ widget الجاهز للتبديل بين EN و 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74830" y="2907792"/>
            <a:ext cx="3540209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6B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LocaleCubit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07792"/>
            <a:ext cx="707871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بيمسك اللغة الحالية وبيبدّلها — الـ Cubit اللي الـ switch بيكلّمه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383280"/>
            <a:ext cx="6720840" cy="1417320"/>
          </a:xfrm>
          <a:prstGeom prst="roundRect">
            <a:avLst>
              <a:gd name="adj" fmla="val 5161"/>
            </a:avLst>
          </a:prstGeom>
          <a:solidFill>
            <a:srgbClr val="1B1D1B"/>
          </a:solidFill>
          <a:ln w="12700">
            <a:solidFill>
              <a:srgbClr val="3A3C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3502152"/>
            <a:ext cx="642823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8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Text('Login');                                  // WRONG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57AA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Text(context.l10n.login);                       // RIGHT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AppTextField(hint: context.l10n.email, ...);</a:t>
            </a:r>
            <a:endParaRPr lang="en-US" sz="11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Text(context.l10n.moviesFound(results.length));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3383280"/>
            <a:ext cx="4218127" cy="1417320"/>
          </a:xfrm>
          <a:prstGeom prst="roundRect">
            <a:avLst>
              <a:gd name="adj" fmla="val 6452"/>
            </a:avLst>
          </a:prstGeom>
          <a:solidFill>
            <a:srgbClr val="282A2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3529584"/>
            <a:ext cx="385236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تضيف نص جديد إزاي؟ حط المفتاح في app_en.arb، وترجمته في app_ar.arb، اعمل flutter pub get، وبعدها استخدمه context.l10n.yourKey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495604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5074920"/>
            <a:ext cx="1069207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gen/ متولّدة تلقائي من الـ ARB — متعدّلش فيها ومتعملهاش commit. الملف الوحيد اللي بيعمل import للكلاس المتولّد هو l10n.dart، فأي تغيير في مكان التوليد بيتصلّح في سطر واحد.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0350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 استخدمت EdgeInsetsDirectional و start/end زي ما القواعد بتقول، الشاشة هتتقلب لـ RTL لوحدها أول ما تدوس ع العربي — جرّبها في الـ showcase.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3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76127" y="365760"/>
            <a:ext cx="548640" cy="548640"/>
          </a:xfrm>
          <a:prstGeom prst="ellipse">
            <a:avLst/>
          </a:prstGeom>
          <a:solidFill>
            <a:srgbClr val="F6BD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076127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13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29184"/>
            <a:ext cx="1028059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F6B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ما تعمل Pull Request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932688"/>
            <a:ext cx="1028059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A1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راجع النقط دي بنفسك — دي اللي بيتعمل عليها الـ review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53619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7" name="Shape 5"/>
          <p:cNvSpPr/>
          <p:nvPr/>
        </p:nvSpPr>
        <p:spPr>
          <a:xfrm>
            <a:off x="11076127" y="16184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53619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Color(0xFF...) ولا Colors.* ولا TextStyle(...) في الكود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06197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10" name="Shape 8"/>
          <p:cNvSpPr/>
          <p:nvPr/>
        </p:nvSpPr>
        <p:spPr>
          <a:xfrm>
            <a:off x="11076127" y="21442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06197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رقم في EdgeInsets أو SizedBox أو BorderRadius — كله من AppSpacing و AppSizes و AppRadius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58775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76127" y="26700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" y="258775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مفيش نص ثابت للمستخدم — كله من context.l10n · ومفيش string لـ asset أو route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311353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76127" y="319582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68096" y="311353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EdgeInsetsDirectional و start/end — مفيش left/right خالص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63931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076127" y="3721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" y="363931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Text معاه maxLines و TextOverflow.ellipsis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416509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076127" y="424738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416509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controller اتعمله dispose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69087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76127" y="477316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469087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الشاشة اتجربت على 3 مقاسات: موبايل صغير، موبايل عادي، تابلت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5216652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82A28"/>
          </a:solidFill>
          <a:ln/>
        </p:spPr>
      </p:sp>
      <p:sp>
        <p:nvSpPr>
          <p:cNvPr id="28" name="Shape 26"/>
          <p:cNvSpPr/>
          <p:nvPr/>
        </p:nvSpPr>
        <p:spPr>
          <a:xfrm>
            <a:off x="11076127" y="529894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21312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8096" y="5216652"/>
            <a:ext cx="10097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analyze طلع صفر errors وصفر warnings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5833872"/>
            <a:ext cx="11057839" cy="603504"/>
          </a:xfrm>
          <a:prstGeom prst="roundRect">
            <a:avLst>
              <a:gd name="adj" fmla="val 12121"/>
            </a:avLst>
          </a:prstGeom>
          <a:solidFill>
            <a:srgbClr val="282A28"/>
          </a:solidFill>
          <a:ln w="19050">
            <a:solidFill>
              <a:srgbClr val="F6BD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9808" y="5952744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ترتيب الـ imports: dart → flutter → packages → core → نفس الـ feature · سطر فاضي بين كل مجموعة · relative imports جوه features/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Movies App - Core Guide</dc:title>
  <dc:subject>PptxGenJS Presentation</dc:subject>
  <dc:creator>Movies App - Route C19 Group 2</dc:creator>
  <cp:lastModifiedBy>Movies App - Route C19 Group 2</cp:lastModifiedBy>
  <cp:revision>1</cp:revision>
  <dcterms:created xsi:type="dcterms:W3CDTF">2026-09-03T05:38:18Z</dcterms:created>
  <dcterms:modified xsi:type="dcterms:W3CDTF">2026-09-03T05:38:18Z</dcterms:modified>
</cp:coreProperties>
</file>